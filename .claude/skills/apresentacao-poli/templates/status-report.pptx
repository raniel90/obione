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4" r:id="rId15"/>
    <p:sldId id="270" r:id="rId21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5" Type="http://schemas.openxmlformats.org/officeDocument/2006/relationships/slide" Target="slides/slide4.xml"/><Relationship Id="rId21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1828800" cy="1374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{{CONTEXTO}}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90800"/>
            <a:ext cx="1100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A6B"/>
                </a:solidFill>
                <a:latin typeface="Arial"/>
              </a:rPr>
              <a:t>{{TITULO_PRINCIPAL}}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5A"/>
                </a:solidFill>
                <a:latin typeface="Arial"/>
              </a:rPr>
              <a:t>{{SUBTITULO}}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{{ROTULO_AUTOR}}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{{AUTOR}}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{{ROTULO_ORIENTADOR}}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{{ORIENTADOR}}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{{PROGRAMA_LONGO}}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{{INSTITUICAO_LONGA}}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{{LOCAL_DATA}}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{{ROTULO_AGENDA}}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745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{{AGENDA_1}}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3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{{AGENDA_1_SUB}}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9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{{AGENDA_2_SUB}}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052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{{AGENDA_3_SUB}}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{{AGENDA_4}}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10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{{AGENDA_4_SUB}}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{{SLIDE_ROTULO}}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3 /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{{SLIDE_TITULO}}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{{BULLET_1}}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{{BULLET_2}}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{{SLIDE_ROTULO}}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4 /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{{SLIDE_TITULO}}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{{BULLET_1}}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{{BULLET_2}}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{{SLIDE_ROTULO}}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5 / 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{{SLIDE_TITULO}}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{{BULLET_1}}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{{BULLET_2}}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{{BULLET_3}}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261E"/>
                </a:solidFill>
                <a:latin typeface="Arial"/>
              </a:rPr>
              <a:t>{{SLIDE_ROTULO}}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{{FOOTER}}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6 /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6B"/>
                </a:solidFill>
                <a:latin typeface="Arial"/>
              </a:rPr>
              <a:t>{{SLIDE_TITULO}}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{{BULLET_1}}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{{BULLET_2}}</a:t>
            </a:r>
          </a:p>
          <a:p>
            <a:pPr>
              <a:spcAft>
                <a:spcPts val="2400"/>
              </a:spcAft>
            </a:pPr>
            <a:r>
              <a:rPr sz="2200">
                <a:solidFill>
                  <a:srgbClr val="4A4A5A"/>
                </a:solidFill>
                <a:latin typeface="Arial"/>
              </a:rPr>
              <a:t>•   {{BULLET_3}}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3A6B"/>
                </a:solidFill>
                <a:latin typeface="Arial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661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4A5A"/>
                </a:solidFill>
                <a:latin typeface="Arial"/>
              </a:rPr>
              <a:t>{{MENSAGEM_FINAL}}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{{AUTOR}}  ·  {{PROGRAMA}}  ·  {{INSTITUICAO}}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Orientador: {{ORIENTADOR}}  ·  Recife, {{DATA}}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