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4" r:id="rId15"/>
    <p:sldId id="270" r:id="rId21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5" Type="http://schemas.openxmlformats.org/officeDocument/2006/relationships/slide" Target="slides/slide4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OBIONE · STATUS REPORT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>
                <a:solidFill>
                  <a:srgbClr val="1F3A6B"/>
                </a:solidFill>
                <a:latin typeface="Arial"/>
              </a:rPr>
              <a:t>ObiOne · Observatório-Comunidade 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Apresentação à cadeira TAES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 (apresentador)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Doutorado PPGEC · Tópicos Avançados em Engenharia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Recife,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STATUS REPORT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escopo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vamos construir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Onde estamos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Sprint 0 em curso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Onde chegaremos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Cronograma e marcos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Próximos passos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Sprint 1 e riscos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Doutorado PPGEC · UPE/POLI · Maio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PROPOMOS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Observatório-comunidade baseado no 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VAMOS CONSTRUIR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Três camadas integradas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Pipeline LLM extrai os atributos do Quadro 37 do MPO de documentos .docx não-estruturados.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Comunidade semi-aberta: consultoria curatoriza e cada cliente acessa apenas o seu projeto, com comentários e feed in-app.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IA-Assistente reduz fricção operacional: gera resumo para o cliente e drafts para o consultor revisar.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FUNDAMENTAÇÃO MPO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Endereçando lacunas do Vieira (2022)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3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atributos do Quadro 37 cobertos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8 categorias do MPO (geral, escopo, riscos, lições, etc.)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5 reais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projetos do estudo de caso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jurídico · saúde · esporte · branding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3 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Trabalhos Futuros endereçados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#4 Interatividade · #7 Comparativos · #8 Soluções computacionais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Diferencial: tecido social que materializa as características Interatividade e Rede de Colaboração do MPO.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Quadro 37 (p. 264)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5 projetos reais em contexto/projetos/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Seção 6.4 (pp. 215-217)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Doutorado PPGEC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grupos · 18 requisitos funcionais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Pipeline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via LLM dos atributos do Quadro 37 (8 categorias) a partir de documentos .docx não-estruturados.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Dashboard de portfólio com indicador de cobertura do MPO. Visão restrita por perfil: consultoria vê todos, cliente vê apenas o seu.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Autenticação simples + perfis semi-abertos + comentários por projeto + feed in-app de novidades. Materializa Interatividade do MPO.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IA-Assistente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Resumo do projeto para o cliente (IA-tradutora) + drafts de Próximos Passos para o consultor revisar (IA-redutora de fricção).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Avaliação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Quantitativa: precisão, recall, F1 e Kappa em 3 projetos com gabarito manual. Qualitativa: Likert separado para consultoria e clientes.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Doutorado PPGEC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CRONOGRAMA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semanas restantes · 4 marcos · entrega 10/07/2026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58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PREPARAÇÃO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Semana 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Atributos-alvo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Protocolo de avaliação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Início dos gabaritos (3 projetos)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Destrava todo o Sprint 1 e SR2.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52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05200" y="1554480"/>
            <a:ext cx="2667000" cy="6858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880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0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80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Semanas 10-11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880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0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Cadastro · upload · auth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880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Pipeline LLM nos 5 projetos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880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80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Núcleo técnico da extração de atributos do MPO.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880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880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880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5 JSONs persistidos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46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246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074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74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DASHBOARD + 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074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074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Semanas 12-13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074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74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Cobertura · perfis · comentários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74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Resumo Cliente (IA)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074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Drafts assistidos (IA)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074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074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Onde a comunidade do observatório vive.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074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074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074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0" y="1554480"/>
            <a:ext cx="2667000" cy="6858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AVALIAÇÃO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268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Semana 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Precisão · Recall · F1 · Kappa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Likert × 2 audiências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Exportação consolidada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268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Fecha o ciclo DSR (Hevner et al., 2004).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3268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68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Relato + Apresentação final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5577840"/>
            <a:ext cx="6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Escrita do relato: semanas 15-16 (Cynthia) · Apresentação final: 10/07 (Moisés)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000000" y="5577840"/>
            <a:ext cx="4963600" cy="777240"/>
          </a:xfrm>
          <a:prstGeom prst="rect">
            <a:avLst/>
          </a:prstGeom>
          <a:solidFill>
            <a:srgbClr val="F4F4F6"/>
          </a:solidFill>
          <a:ln w="19050">
            <a:solidFill>
              <a:srgbClr val="E69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000000" y="5577840"/>
            <a:ext cx="91440" cy="777240"/>
          </a:xfrm>
          <a:prstGeom prst="rect">
            <a:avLst/>
          </a:prstGeom>
          <a:solidFill>
            <a:srgbClr val="E69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200000" y="5623560"/>
            <a:ext cx="47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Arial"/>
              </a:rPr>
              <a:t>PLANO B (LIKERT)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00000" y="5852160"/>
            <a:ext cx="47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  <a:latin typeface="Arial"/>
              </a:rPr>
              <a:t>Se Likert dos clientes não atingir N ≥ 8: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00000" y="6080760"/>
            <a:ext cx="47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Aceitar 1 respondente por projeto e declarar como limitação metodológica no relato.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Doutorado PPGEC · UPE/POLI · Maio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ONDE ESTAMOS · O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Sprint 0 concluído e próximas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486400" cy="762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A05C"/>
                </a:solidFill>
                <a:latin typeface="Arial"/>
              </a:rPr>
              <a:t>ESTÁ FEITO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Sprint 0 · esta semana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 funcionais + 9 não funcionais em formato ficha simplificada.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Atributos-alvo do 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44 atributos do Quadro 37 categorizados como estruturado, texto livre ou fora de escopo.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Protocolo de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Rubrica híbrida 0/0,5/1 + Kappa para concordância entre avaliadores.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645920"/>
            <a:ext cx="5486400" cy="762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PRÓXIMAS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vem agora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Sprint 1 (sem 9-10)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Cadastro · upload · autenticação · pipeline LLM rodando nos 5 projetos.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Gabaritos manuais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Valença Odontologia como piloto da rubrica · depois Freire Batista e Kaka JJ.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Dashboard + IA-Assistente operacionais nos 5 projetos.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Doutorado PPGEC · UPE/POLI · Maio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6B7A"/>
                </a:solidFill>
                <a:latin typeface="Arial"/>
              </a:rPr>
              <a:t>Documentação completa disponível no repositório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B7A"/>
                </a:solidFill>
                <a:latin typeface="Arial"/>
              </a:rPr>
              <a:t>github.com/raniel90/obione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Bruno · Cynthia · Moisés · Raniel  ·  Doutorado PPGEC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Professor: Prof. Ivaldir Honório de Farias Júnior  ·  Recife, Maio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