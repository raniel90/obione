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4" r:id="rId15"/>
    <p:sldId id="270" r:id="rId21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5" Type="http://schemas.openxmlformats.org/officeDocument/2006/relationships/slide" Target="slides/slide4.xml"/><Relationship Id="rId21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1828800" cy="1374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OBIONE · STATUS REPORT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90800"/>
            <a:ext cx="1100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A6B"/>
                </a:solidFill>
                <a:latin typeface="Arial"/>
              </a:rPr>
              <a:t>ObiOne · Observatório-Comunidade de Projetos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233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4A4A5A"/>
                </a:solidFill>
                <a:latin typeface="Arial"/>
              </a:rPr>
              <a:t>Do backend ao observatório operacional · dashboard e IA-Assistente entregues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66344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Equipe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Bruno Rocha · Cynthia Oliveira · Moisés Júnior · Raniel Silva (apresentador)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86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Professor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Prof. Ivaldir Honório de Farias Júnior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Doutorado PPGEC · Tópicos Avançados em Engenharia de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Universidade de Pernambuco · Escola Politécnica de Pernambuco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379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7A"/>
                </a:solidFill>
                <a:latin typeface="Arial"/>
              </a:rPr>
              <a:t>Recife, Junho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STATUS REPORT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745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O observatório pela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33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7 telas e o ciclo de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Profundidade de observatório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19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cockpit, síntese e linha do tempo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461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Qualidade e escopo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052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testes, revisão e decisões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Próximos passos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910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avaliação e riscos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(apresentador) · Doutorado PPGEC · UPE/POLI · Junho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261E"/>
                </a:solidFill>
                <a:latin typeface="Arial"/>
              </a:rPr>
              <a:t>O OBSERVATÓRIO PELA INTERFACE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(apresentador) · Doutorado PPGEC · UPE/POLI · Junho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3 /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6B"/>
                </a:solidFill>
                <a:latin typeface="Arial"/>
              </a:rPr>
              <a:t>O milestone do SR1 entregue · frontend completo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7 telas com casca de navegação por perfil · cada perfil vê só o que pode (acesso semi-aberto)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Ciclo de vida sem linha de comando · cadastrar · extrair 44 atributos via IA · vincular cliente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Visibilidade por categoria e atributo (CBAC) · o cliente vê só o que o consultor liberou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261E"/>
                </a:solidFill>
                <a:latin typeface="Arial"/>
              </a:rPr>
              <a:t>PROFUNDIDADE DE OBSERVATÓRIO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(apresentador) · Doutorado PPGEC · UPE/POLI · Junho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4 /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6B"/>
                </a:solidFill>
                <a:latin typeface="Arial"/>
              </a:rPr>
              <a:t>Inteligência cross-cliente e o "Combinar" do MPO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Cockpit do portfólio · indicadores por temática · mapa de cobertura revela pontos cegos (riscos, escopo, lições)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Síntese cross-projeto por temática ("Conectora", o Combinar do MPO) · anonimizada e revisada antes de publicar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Tripé da IA · extração · drafts de próximos passos e pontos de atenção · síntese cross-projeto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261E"/>
                </a:solidFill>
                <a:latin typeface="Arial"/>
              </a:rPr>
              <a:t>QUALIDADE E ESCOPO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(apresentador) · Doutorado PPGEC · UPE/POLI · Junho 2026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5 / 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6B"/>
                </a:solidFill>
                <a:latin typeface="Arial"/>
              </a:rPr>
              <a:t>Comunidade viva, base de testes sólida e decisões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Comunidade · comentários do cliente · feed como linha do tempo, com tendência de atividade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Qualidade · 292 testes no backend · 202 testes e 27 ponta a ponta no frontend · CI verde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Escopo · exportação retirada · Likert coletado fora do app (avaliação), não vira tela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261E"/>
                </a:solidFill>
                <a:latin typeface="Arial"/>
              </a:rPr>
              <a:t>PRÓXIMOS PASSOS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(apresentador) · Doutorado PPGEC · UPE/POLI · Junho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6 /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6B"/>
                </a:solidFill>
                <a:latin typeface="Arial"/>
              </a:rPr>
              <a:t>Avaliação DSR, relato final e riscos vivos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Avaliação · gabarito humano dos 44 atributos vs extração da IA · Likert da consultoria e dos clientes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Fechamento · consolidar a avaliação · escrever o relato e a apresentação final (alvo 10/07/2026)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Riscos vivos · acesso a stakeholders (Likert) · LGPD (CBAC e anonimização) · custo de tokens (modelo local)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3A6B"/>
                </a:solidFill>
                <a:latin typeface="Arial"/>
              </a:rPr>
              <a:t>Obrigado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5661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4A5A"/>
                </a:solidFill>
                <a:latin typeface="Arial"/>
              </a:rPr>
              <a:t>Discussão e perguntas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Bruno Rocha · Cynthia Oliveira · Moisés Júnior · Raniel Silva (apresentador)  ·  Doutorado PPGEC  ·  UPE/POLI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Orientador: Prof. Ivaldir Honório de Farias Júnior  ·  Recife, Junho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